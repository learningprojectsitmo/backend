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7C155DE-9816-4B9D-89E0-C147640664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[0:00–0:10] ОТКРЫТИЕ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Привет! Я Антон Афанасьев, основатель EduFlow. Мы делаем платформу, которая собирает проекты, команды и дедлайны в одном месте — для проектного обучения в вузах и для организаторов событий.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BCEEA-5C61-46AD-815C-CFFD492C46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[0:10–0:45] ПРОБЛЕМА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 проектном обучении одновременно десятки людей и команд. Сложно контролировать весь процесс. Данная система позволяет контролтровать процесс сбора команд.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AB804-9DDB-4A2D-9063-4B2B9F9C5D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428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[0:45–1:00] ЦЕЛЕВАЯ АУДИТОРИЯ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Учебные команды и вузы: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Организаторы событий: хакатоны и акселераторы,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Продуктовые команды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F52217-C27D-4198-ADF1-6A75AD38C3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[1:00–1:15] КЕЙС ФПИН ИТМО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Мы не гипотеза: платформа работает в ФПИН ИТМО с 2023 года.  Магистрант собирает команду, пишет ТЗ и ведёт проект как руководитель и ментор, а бакалавры реализуют. Бакалвар создает резюме и откликается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47BE94-A9E3-4493-8B97-D00C9F94A7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[1:15–1:22] РОСТ В ИТМО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Не гипотеза, а устойчивый поток: с 2023 года каждый год 23–27 проектов и 180–220 участников. В 2026 — 26 проектов и 186 участников. Это уже не один поток, а ежегодный сценарий в ФПИН ИТМО.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2228E6-EE10-4310-B296-93B4CC1DF0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[1:22–1:40] ПРОДУКТ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Слева — единый список проектов.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Справа — канбан проекта.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527A89-D858-43F2-8538-A3394D8C2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[1:40–1:55] ВОЗМОЖНОСТИ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Три группы возможностей.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Команда: пространства по направлениям, поиск проектов и людей, приглашения по ссылке и отклики, роли и права на уровне проекта.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Работа: канбан с перетаскиванием, WIP-лимиты и приоритеты, техзадание с согласованием, вики проекта.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Контроль: единый список проектов с фильтрами, уведомления из всех проектов и история активности как в GitHub.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49576-A509-4310-B929-7867C1846D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[1:55–2:05] ЧЕМ ОТЛИЧАЕМСЯ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Прямых конкурентов в нашей нише нет.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так ка не реализуют все необьходимые  функции в одном приложение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Косвенные — универсальные трекеры (Trello, Notion), LMS (Moodle, Blackboard), GitHub Classroom и платформы событий (Devpost, HackerEarth): каждое закрывает лишь часть процесса. Детальная таблица — в приложении, на Q&amp;A.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D09F94-C00E-4B5A-9788-076BB83029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[2:05–2:20] БИЗНЕС-МОДЕЛЬ · ПОТОКИ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Три потока выручки. Первый — подписка команд: расширенные лимиты и возможности. Второй — лицензии вузам: места, администрирование и оценивание. Третий — события: оплата за мероприятие. Конкретные цены не называю — валидируем на пилотах. Почему сразу три: бесплатный вход даёт трафик, B2B-лицензии — крупный чек, а события — быстрый первый платящий клиент.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0A814-A6B1-4942-B9EA-FDF5502D11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[2:20–2:30] СТАТУС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Это не идея, а работающий сервис. Продукт: регистрация и профиль с резюме, распределение с откликами и приглашениями, пространства, проекты с этапами, ТЗ и вики. Платформа: 49 таблиц, 181 эндпоинт, 52 права и 4 роли, FastAPI и React, мониторинг, CI и тесты. И главное — тракшн: четвёртый год в ФПИН ИТМО.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631EEA-B141-4715-AD2E-D68CEE84A7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[2:30–2:37] РОАДМАП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Наш  план дейсвий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213688-1A01-461D-BFEE-86AB47A97F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[2:37–2:45] ЦЕЛЬ НА АКСЕЛЕРАТОР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Цель — 10 первых платящих клиентов. Тестирование и масштабирование: 3+ дисциплины ИТМО, 150+ студентов. B2B: 2–3 партнёра — например, другой вуз или 2–3 хакатона; можно начать с пилотного проекта до продажи. От акселератора нужны менторы по B2B-продажам, выход на вузы и организаторов, юридическая и финансовая упаковка.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2F9697-C3B1-4DB7-A4C3-CA8C715CAD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[Q&amp;A] КОМАНДА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Нас шесть человек — полный цикл: продукт, фронтенд, бэкенд, аналитика и организация. Контакты в Telegram на слайде — пишите.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443565-56BD-4E6B-B91C-BECD1C9F5B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[2:45] ФИНАЛ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Спасибо! Мы — работающий продукт с четырёхлетним внедрением в ИТМО и понятной моделью монетизации. Готовы отвечать на вопросы.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7F7BD3-FFD5-4DDA-8E35-1291D57A6B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ПРИЛОЖЕНИЕ ДЛЯ Q&amp;A — НЕ ПОКАЗЫВАТЬ В 3 МИНУТАХ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Архитектура: бэкенд на FastAPI со слоями api → services → repository, SQLAlchemy async, Alembic и Unit of Work. Фронтенд — React 18, TypeScript, Vite, TanStack Query. Инфраструктура — PostgreSQL, Docker, nginx edge, CI/CD и мониторинг Prometheus + Grafana. Итого 49 таблиц, 181 эндпоинт, 21 модуль API и 36 страниц.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088D4B-B530-4E50-8F6D-5A9870DFE8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Три независимых слоя доступа: глобальная роль (admin/teacher/manager/member, 52 права), роль в пространстве и права создателя. Права выдаются декларативно через permission_required("entity:action"), раздел /admin/* — только для глобального админа.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44383-F8E0-4151-884C-7AD03321DC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Данные хранятся на сервере в России. JWT-сессии, сброс пароля по одноразовому токену, подтверждение e-mail, аудит действий и история изменений задач, разграничение доступа по роли и владельцу объекта.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190D82-015A-4CDC-9460-E9E3310EA3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Заготовки ответов на частые вопросы трекера: почему не Notion/Trello, как зарабатываем, кто первый платящий клиент, данные и 152-ФЗ, кто платит, почему мы, юнит-экономика, что за 3 месяца. Держим под рукой, чтобы отвечать без пауз.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5E760C-4330-45B8-A7F0-0D0E09084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Сравнение по критериям. Зарубежные PBL-платформы (Riipen/Practera) выигрывают в связке с компаниями, но не дают контура команды внутри вуза и не хостятся в РФ. Российские аналоги — маркетплейс проектов и госпрограмма. Косвенные — трекеры и LMS — не покрывают распределение по командам, канбан+ТЗ+вики и оценивание одновременно. Полное совпадение по всем критериям — только у EduFlow.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57B4D-C4AE-4605-AFA6-400648959B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LibreOffice/26.2.5.2$Linux_X86_64 LibreOffice_project/6d2b0d33fb0f5da53a12f98bed3e9973e56ff1f0</Application>
  <AppVersion>15.0000</AppVersion>
  <Words>0</Words>
  <Paragraphs>0</Paragraphs>
  <Company>Created by Marp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2026-10-13T08:08:44Z</dcterms:created>
  <dc:creator>Created by Marp</dc:creator>
  <dc:description/>
  <dc:language>en-US</dc:language>
  <cp:lastModifiedBy/>
  <dcterms:modified xsi:type="dcterms:W3CDTF">2026-10-13T15:50:41Z</dcterms:modified>
  <cp:revision>2</cp:revision>
  <dc:subject>PptxGenJS Presentation</dc:subject>
  <dc:title>Проблема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