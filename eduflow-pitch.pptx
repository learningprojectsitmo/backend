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Экспорт из backend/ (--allow-local-files нужен, чтобы вставить логотип из frontend/public):
  npx -y @marp-team/marp-cli --allow-local-files docs/pitch/eduflow-pitch.md -o eduflow-pitch.pdf
  npx -y @marp-team/marp-cli --allow-local-files docs/pitch/eduflow-pitch.md -o eduflow-pitch.pptx
  npx -y @marp-team/marp-cli -s docs/pitch            # живой предпросмотр
Плейсхолдеры помечены […] — заменить перед выступлением.
Тайминг: слайды 1–12 = 3 минуты. Всё после «Приложение» — только для Q&amp;A, не показывать.
[0:00–0:10] Открытие. Один слайд-визитка.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[0:10–0:50] ПРОБЛЕМА. Не читать текст — рассказывать. Три боли, каждую одним предложением.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[0:50–1:10] РЫНОК И ЦА. Показать сегменты, назвать first market. Цифры TAM/SAM/SOM — [заполнить].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[1:10–1:35] ПРОДУКТ. Показать экран. Заменить слоты на реальные скриншоты.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[1:35–1:50] КАК ЭТО РАБОТАЕТ. 3 шага, быстро.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[1:50–2:10] ВОЗМОЖНОСТИ. Три колонки, не перечислять всё — назвать группы.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[2:10–2:30] КОНКУРЕНТЫ. Таблица — читать по строкам «что важно для учёбы».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[2:30–2:45] БИЗНЕС-МОДЕЛЬ. Подписка + B2B. Назвать цены — [заполнить].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[2:45–2:55] СТАТУС. Подчеркнуть: продукт не идея, а работающий сервис.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[2:55–3:05] РОАДМАП. Быстро, по пунктам.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[3:05–3:15] КОМАНДА. Назвать роли. Заполнить имена.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[3:15–3:20] ЦЕЛЬ НА АКСЕЛЕРАТОР. Одно конкретное предложение. Заполнить.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=== ПРИЛОЖЕНИЕ ДЛЯ Q&amp;A — НЕ ПОКАЗЫВАТЬ В 3 МИНУТАХ ===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**EduFlow**</dc:title>
  <dc:subject>PptxGenJS Presentation</dc:subject>
  <dc:creator>Created by Marp</dc:creator>
  <cp:lastModifiedBy>Created by Marp</cp:lastModifiedBy>
  <cp:revision>1</cp:revision>
  <dcterms:created xsi:type="dcterms:W3CDTF">2026-10-09T14:00:02Z</dcterms:created>
  <dcterms:modified xsi:type="dcterms:W3CDTF">2026-10-09T14:00:02Z</dcterms:modified>
</cp:coreProperties>
</file>