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9F96DBD-5C70-45A1-84E5-8C6117FD41A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[0:00–0:10] ОТКРЫТИЕ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Привет! Я Антон Афанасьев, основатель EduFlow. Мы делаем тренажер, который собирает проекты, команды и дедлайны в одном месте — для проектного обучения в вузах и для организаторов событий.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E1529A-1D83-4B60-BD97-4C45D2E4AE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[0:10–0:45] ПРОБЛЕМА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 проектном обучении одновременно десятки людей и команд. Сложно контролировать весь процесс. Данная система позволяет это контролировать.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30B54A-B0E2-4309-9962-391CC0B5F2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[0:45–1:07] ЦЕЛЕВАЯ АУДИТОРИЯ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Команды и вузы: 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Организаторы событий: хакатоны и акселераторы,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Продуктовые команды: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доска, этапы и история решений вместо мессенджеров. И это не гипотеза: с 2023 года каждый год 23–27 проектов и 180–220 участников, в 2026 — 26 проектов и 186 участников.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8BD427-8358-4015-BC7A-BFFF7CE3D9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[1:07–1:22] КЕЙС ФПИН ИТМО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Мы не гипотеза: тренажер работает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 ФПИН ИТМО с 2023 года.  Магистрант собирает команду, пишет ТЗ и ведёт проект как руководитель и ментор, а бакалавры реализуют. Бакалвар создает резюме и откликается.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E177AC-B8FF-4FD6-9EB0-7C2C6A948D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[1:22–1:35] ПРОДУКТ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Вот два реальных экрана. Слева — единый список проектов: поиск, фильтры по этапу, тегу, участнику и сроку, карточки со статусом, прогрессом и командой. Справа — канбан проекта: колонки с WIP-лимитами, задачи с приоритетом, дедлайном и исполнителями. Логика простая: пространство → проект с этапами и командой → доска с задачами, ТЗ и вики.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Если спросят: за одним канбаном могут работать несколько команд — это разные проекты в одном пространстве.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D712F1-38E6-46AF-9D50-ED493212EC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[1:35–1:37] ИНТЕРФЕЙС · ЭКРАНЫ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C5A32A-8B8D-48E1-B2FC-873139BE8A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[1:37–1:39] ИНТЕРФЕЙС · ЭКРАНЫ 3–4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C3C5C5-7FFC-44EF-82C9-2F493156EF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[1:39–1:40] ИНТЕРФЕЙС · ЭКРАНЫ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Вики проекта, история активности и уведомления из всех проектов.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4D396F-DE30-43FC-877A-763EEA734B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[1:40–1:55] ВОЗМОЖНОСТИ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A0DC4E-57CE-470A-BAE2-6A4B2892B6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[1:55–2:05] ЧЕМ ОТЛИЧАЕМСЯ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Прямых конкурентов в нашей нише нет.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Так конкуренты в поной мере покарывают задачи необходимы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оброзвательного процесса.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5B4BF7-C75C-4DB2-BF65-826B6C7E80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[2:05–2:20] БИЗНЕС-МОДЕЛЬ · ПОТОКИ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Три потока выручки. Первый — подписка команд: расширенные лимиты и возможности. Второй — лицензии вузам: места, администрирование и оценивание. Третий — события: оплата за мероприятие. Конкретные цены не называю — валидируем на пилотах. Почему сразу три: бесплатный вход даёт трафик, B2B-лицензии — крупный чек, а события — быстрый первый платящий клиент.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41610E-2129-4DFE-9C02-4D5C305140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[2:20–2:30] СТАТУС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Это не идея, а работающий сервис. Продукт: регистрация и профиль с резюме, распределение с откликами и приглашениями, пространства, проекты с этапами, ТЗ и вики. тренажер: 49 таблиц, 181 эндпоинт, 52 права и 4 роли, FastAPI и React, мониторинг, CI и тесты. И главное — тракшн: четвёртый год в ФПИН ИТМО.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019F12D-9D6E-4BCC-BCB7-1167B7D335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[2:30–2:37] РОАДМАП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Три линии. Продукт: стабильность после обновления, публичные пространства, архивирование рабочих пространств и оценивание в реальном времени на защите работ. B2B и тренажер: интеграции GitHub и ITMO ID, поддомен и отдельное пространство для компании, лендинг под B2B, пилоты в вузах и биллинг. Оплата: подключение сервиса оплаты (RU/EN).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7989B5-9923-4D8E-ABAB-E12EDD45D3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[2:37–2:45] ЦЕЛЬ НА АКСЕЛЕРАТОР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Цель — 10 первых платящих клиентов. Тестирование и масштабирование: 3+ дисциплины ИТМО, 150+ студентов. B2B: 2–3 партнёра — например, другой вуз или 2–3 хакатона; можно начать с пилотного проекта до продажи. От акселератора нужны менторы по B2B-продажам, выход на вузы и организаторов, юридическая и финансовая упаковка.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C3E4AB-7F5E-4331-8E81-B17D78C089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[Q&amp;A] КОМАНДА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Нас шесть человек — полный цикл: продукт, фронтенд, бэкенд, аналитика и организация. Контакты в Telegram на слайде — пишите.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3B1A7D-6FE7-4A07-936D-941664CC62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[2:45] ФИНАЛ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Спасибо! Мы — работающий продукт с четырёхлетним внедрением в ИТМО и понятной моделью монетизации. Готовы отвечать на вопросы.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14E12F-401D-4D81-A3CE-C171AADC84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ПРИЛОЖЕНИЕ ДЛЯ Q&amp;A — НЕ ПОКАЗЫВАТЬ В 3 МИНУТАХ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Архитектура: бэкенд на FastAPI со слоями api → services → repository, SQLAlchemy async, Alembic и Unit of Work. Фронтенд — React 18, TypeScript, Vite, TanStack Query. Инфраструктура — PostgreSQL, Docker, nginx edge, CI/CD и мониторинг Prometheus + Grafana. Итого 49 таблиц, 181 эндпоинт, 21 модуль API и 36 страниц.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27B6B2-678C-4DA2-953D-D3CAC6E14D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Три независимых слоя доступа: глобальная роль (admin/teacher/manager/member, 52 права), роль в пространстве и права создателя. Права выдаются декларативно через permission_required("entity:action"), раздел /admin/* — только для глобального админа.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A9FDFB-9843-4177-8DFD-A18F7BF309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Данные хранятся на сервере в России. JWT-сессии, сброс пароля по одноразовому токену, подтверждение e-mail, аудит действий и история изменений задач, разграничение доступа по роли и владельцу объекта.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3D8612-51F3-482C-9CAE-717412B7F7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Заготовки ответов на частые вопросы трекера: почему не Notion/Trello, как зарабатываем, кто первый платящий клиент, данные и 152-ФЗ, кто платит, почему мы, юнит-экономика, что за 3 месяца. Держим под рукой, чтобы отвечать без пауз.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73BA0B-D9F9-43E0-88D1-8BF63184B8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по критериям. Зарубежные PBL- (Riipen/Practera) выигрывают в связке с компаниями, но не дают контура команды внутри вуза и не хостятся в РФ. Российские аналоги — маркетплейс проектов и госпрограмма. Косвенные — трекеры и LMS — не покрывают распределение по командам, канбан+ТЗ+вики и оценивание одновременно. Полное совпадение по всем критериям — только у EduFlow.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91E2D0-046D-4D35-8A6A-43E75D41F3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LibreOffice/26.2.5.2$Linux_X86_64 LibreOffice_project/6d2b0d33fb0f5da53a12f98bed3e9973e56ff1f0</Application>
  <AppVersion>15.0000</AppVersion>
  <Words>0</Words>
  <Paragraphs>0</Paragraphs>
  <Company>Created by Marp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2026-10-13T13:38:00Z</dcterms:created>
  <dc:creator>Created by Marp</dc:creator>
  <dc:description/>
  <dc:language>en-US</dc:language>
  <cp:lastModifiedBy/>
  <dcterms:modified xsi:type="dcterms:W3CDTF">2026-10-13T16:47:59Z</dcterms:modified>
  <cp:revision>2</cp:revision>
  <dc:subject>PptxGenJS Presentation</dc:subject>
  <dc:title>Проблема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