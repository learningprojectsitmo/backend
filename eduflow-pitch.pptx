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Экспорт из backend/ (--allow-local-files нужен, чтобы вставить логотип из frontend/public):
  npx -y @marp-team/marp-cli --allow-local-files docs/pitch/eduflow-pitch.md -o eduflow-pitch.pdf
  npx -y @marp-team/marp-cli --allow-local-files docs/pitch/eduflow-pitch.md -o eduflow-pitch.pptx
  npx -y @marp-team/marp-cli -s docs/pitch            # живой предпросмотр
Дизайн слайдов повторяет UI сайта (frontend/src/index.css, ProjectCard, KanbanTask,
column-styles, Button). Мокапы нарисованы CSS-компонентами — вставлять скриншоты не нужно.
Оценочные цифры помечены «оценка (уточнить)» — заменить на реальные перед выступлением.
Тайминг: слайды 1–13 = 3 минуты. Всё после «Приложение» — только для Q&amp;A, не показывать.
[0:00–0:10] Открытие. Как хиро лендинга: бейдж, слоган, кнопки. Сразу назвать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[0:10–0:50] ПРОБЛЕМА. Три карточки в стиле сайта. Рассказывать, не читать.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[0:50–1:05] РЫНОК И ЦА. Три сегмента-карточки, first market. Цифры — оценка.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ПРОДУКТ. Два реальных экрана, нарисованные UI-элементами сайта.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[1:30–1:50] ВОЗМОЖНОСТИ. Три группы, стиль сайта, маркеры-точки как в списках функций.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[1:50–2:05] КОНКУРЕНТЫ. Таблица, «да/нет» — пилюли как статусы в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[2:05–2:20] БИЗНЕС-МОДЕЛЬ · ПОТОКИ. Три потока (гибрид). Цены — оценка.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[2:20–2:35] БИЗНЕС-МОДЕЛЬ · ТАРИФЫ. Пакеты + воронка.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[2:35–2:50] БИЗНЕС-МОДЕЛЬ · ЮНИТ-ЭКОНОМИКА + ВОРОНКА + GTM.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СТАТУС. Продукт не идея, а работающий сервис. Цифры в стиле сайта.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[3:00–3:05] РОАДМАП. Сжато, 5 пунктов, стиль сайта.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[3:05–3:12] ЦЕЛЬ НА АКСЕЛЕРАТОР. Первые платящие клиенты.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[3:12–3:15] ФИНАЛ. Слоган, кнопки,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 ПРИЛОЖЕНИЕ ДЛЯ Q&amp;A — НЕ ПОКАЗЫВАТЬ В 3 МИНУТАХ 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Проблема</dc:title>
  <dc:subject>PptxGenJS Presentation</dc:subject>
  <dc:creator>Created by Marp</dc:creator>
  <cp:lastModifiedBy>Created by Marp</cp:lastModifiedBy>
  <cp:revision>1</cp:revision>
  <dcterms:created xsi:type="dcterms:W3CDTF">2026-10-10T22:03:52Z</dcterms:created>
  <dcterms:modified xsi:type="dcterms:W3CDTF">2026-10-10T22:03:52Z</dcterms:modified>
</cp:coreProperties>
</file>