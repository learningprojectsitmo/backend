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[0:00–0:10] ОТКРЫТИЕ
Привет! Я Антон Афанасьев, основатель EduFlow. Мы делаем платформу, которая собирает проекты, команды и дедлайны в одном месте — для проектного обучения в вузах и для организаторов событий. За три минуты покажу проблему, работающий продукт, бизнес-модель и кейс внедрения в ИТМО.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[0:10–0:45] ПРОБЛЕМА
В проектном обучении одновременно десятки людей и команд. Держать в голове, кто в какой команде и на каком этапе, — невозможно. Людей распределяют вручную, в таблицах и чатах: долго, субъективно и не воспроизводится. Всё разбросано — резюме, отклики, приглашения, роли и статусы живут в переписке, единой картины нет ни у кого. И не видно истории: кто что делал и где сорвался срок, по чатам не восстановишь. А цена ошибки растёт с масштабом — это уже не один проект, а весь поток.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[0:45–1:07] ЦЕЛЕВАЯ АУДИТОРИЯ
Продукт — для трёх сегментов. Учебные команды и вузы: распределение людей по командам, десятки проектов, оценивание. Организаторы событий: хакатоны и акселераторы, где надо быстро собрать команды, раздать роли жюри и держать дедлайны. Продуктовые команды: доска, этапы и история решений вместо мессенджеров. И это не гипотеза: с 2023 года каждый год 23–27 проектов и 180–220 участников, в 2026 — 26 проектов и 186 участников.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[1:07–1:22] КЕЙС ФПИН ИТМО
Мы не гипотеза: тренажер работает в ФПИН ИТМО с 2023 года, сейчас это 4-й год. В 2026 — 26 проектов и 186 участников. Бакалавры проходят «Введение в профессиональную деятельность», магистранты — «Курсовой проект»: магистрант собирает команду, пишет ТЗ и ведёт проект как руководитель и ментор, а бакалавры реализуют. По опросу студенты получили командную работу, погружение в специальность и реальные инструменты — Docker, FastAPI, Figma, 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[1:22–1:35] ПРОДУКТ
Вот два реальных экрана. Слева — единый список проектов: поиск, фильтры по этапу, тегу, участнику и сроку, карточки со статусом, прогрессом и командой. Справа — канбан проекта: колонки с WIP-лимитами, задачи с приоритетом, дедлайном и исполнителями. Логика простая: пространство → проект с этапами и командой → доска с задачами, ТЗ и вики.
Если спросят: за одним канбаном могут работать несколько команд — это разные проекты в одном пространстве.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[1:35–1:37] ИНТЕРФЕЙС · ЭКРАНЫ 1–2
Единый список проектов с поиском и фильтрами; карточки со статусом, прогрессом и командой.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[1:37–1:39] ИНТЕРФЕЙС · ЭКРАНЫ 3–4
Канбан с WIP-лимитами и приоритетами; техзадание с группами требований и согласованием.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[1:39–1:40] ИНТЕРФЕЙС · ЭКРАНЫ 5–6
Вики проекта, история активности и уведомления из всех проектов.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[1:40–1:55] ВОЗМОЖНОСТИ
Три группы возможностей. Команда: пространства по направлениям, поиск проектов и людей, приглашения по ссылке и отклики, роли и права на уровне проекта. Работа: канбан с перетаскиванием, WIP-лимиты и приоритеты, техзадание с согласованием, вики проекта. Контроль: единый список проектов с фильтрами, уведомления из всех проектов и история активности как в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[1:55–2:05] ЧЕМ ОТЛИЧАЕМСЯ
Прямых конкурентов в нашей нише нет. Зарубежные PBL- — Riipen и Practera — сильны связкой «вуз ↔ компания», но это не рабочий контур команды внутри вуза: нет данных в РФ и нет сегмента событий. Российские аналоги — ProjectsSibsau и ПУТП — это маркетплейс проектов и госпрограмма, а не инструмент команды. Косвенные — универсальные трекеры (Trello, Notion), LMS (Moodle, Blackboard), GitHub Classroom и  событий (Devpost, HackerEarth): каждое закрывает лишь часть процесса. Детальная таблица — в приложении, на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[2:05–2:20] БИЗНЕС-МОДЕЛЬ · ПОТОКИ
Три потока выручки. Первый — подписка команд: расширенные лимиты и возможности. Второй — лицензии вузам: места, администрирование и оценивание. Третий — события: оплата за мероприятие. Конкретные цены не называю — валидируем на пилотах. Почему сразу три: бесплатный вход даёт трафик, B2B-лицензии — крупный чек, а события — быстрый первый платящий клиент.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[2:20–2:30] СТАТУС
Это не идея, а работающий сервис. Продукт: регистрация и профиль с резюме, распределение с откликами и приглашениями, пространства, проекты с этапами, ТЗ и вики. тренажер: 49 таблиц, 181 эндпоинт, 52 права и 4 роли, FastAPI и React, мониторинг, CI и тесты. И главное — тракшн: четвёртый год в ФПИН ИТМО.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[2:30–2:37] РОАДМАП
Три линии. Продукт: стабильность после обновления, публичные пространства, архивирование рабочих пространств и оценивание в реальном времени на защите работ. B2B и тренажер: интеграции GitHub и ITMO ID, поддомен и отдельное пространство для компании, лендинг под B2B, пилоты в вузах и биллинг. Оплата: подключение сервиса оплаты (RU/EN).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[2:37–2:45] ЦЕЛЬ НА АКСЕЛЕРАТОР
Цель — 10 первых платящих клиентов. Тестирование и масштабирование: 3+ дисциплины ИТМО, 150+ студентов. B2B: 2–3 партнёра — например, другой вуз или 2–3 хакатона; можно начать с пилотного проекта до продажи. От акселератора нужны менторы по B2B-продажам, выход на вузы и организаторов, юридическая и финансовая упаковка.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[Q&amp;A] КОМАНДА
Нас шесть человек — полный цикл: продукт, фронтенд, бэкенд, аналитика и организация. Контакты в Telegram на слайде — пишите.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[2:45] ФИНАЛ
Спасибо! Мы — работающий продукт с четырёхлетним внедрением в ИТМО и понятной моделью монетизации. Готовы отвечать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 ДЛЯ Q&amp;A — НЕ ПОКАЗЫВАТЬ В 3 МИНУТАХ
Архитектура: бэкенд на FastAPI со слоями api → services → repository, SQLAlchemy async, Alembic и Unit of Work. Фронтенд — React 18, TypeScript, Vite, TanStack Query. Инфраструктура — PostgreSQL, Docker, nginx edge, CI/CD и мониторинг Prometheus + Grafana. Итого 49 таблиц, 181 эндпоинт, 21 модуль API и 36 страниц.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независимых слоя доступа: глобальная роль (admin/teacher/manager/member, 52 права), роль в пространстве и права создателя. Права выдаются декларативно через permission_required("entity:action"), раздел /admin/* — только для глобального админа.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хранятся на сервере в России. JWT-сессии, сброс пароля по одноразовому токену, подтверждение e-mail, аудит действий и история изменений задач, разграничение доступа по роли и владельцу объекта.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Заготовки ответов на частые вопросы трекера: почему не Notion/Trello, как зарабатываем, кто первый платящий клиент, данные и 152-ФЗ, кто платит, почему мы, юнит-экономика, что за 3 месяца. Держим под рукой, чтобы отвечать без пауз.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Сравнение по критериям. Зарубежные PBL- (Riipen/Practera) выигрывают в связке с компаниями, но не дают контура команды внутри вуза и не хостятся в РФ. Российские аналоги — маркетплейс проектов и госпрограмма. Косвенные — трекеры и LMS — не покрывают распределение по командам, канбан+ТЗ+вики и оценивание одновременно. Полное совпадение по всем критериям — только у EduFlow.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Проблема</dc:title>
  <dc:subject>PptxGenJS Presentation</dc:subject>
  <dc:creator>Created by Marp</dc:creator>
  <cp:lastModifiedBy>Created by Marp</cp:lastModifiedBy>
  <cp:revision>1</cp:revision>
  <dcterms:created xsi:type="dcterms:W3CDTF">2026-10-13T15:33:26Z</dcterms:created>
  <dcterms:modified xsi:type="dcterms:W3CDTF">2026-10-13T15:33:26Z</dcterms:modified>
</cp:coreProperties>
</file>